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Multi-Domain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Sentiment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F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TF-IDF + classical ML pipeline for automated review sentiment classification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F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customer-complaint keyword extraction across product categories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Thị Việt Thương  |  Machine Learning Portfolio Project 2/2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48640" cy="54864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sentiment analysis for review data?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online retailer receives thousands of product reviews every month. No team can read every one — but every one carries a signal about product quality, shipping, or customer expectations.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45059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review sentiment be predicted from text alone, with an interpretable, low-cost pipeline?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31927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keywords are most characteristic of negative vs. positive reviews — and does this differ by category?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41879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 category is hardest to understand from review text, and what should a business team do about it?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reviews to a trained classifier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11,267 English-language Amazon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categories, balanced: book, electronics, beauty (3,756 each)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label: negative / neutral / positive (from 1★–5★ rating)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goosmanlei/amazon_reviews_multi (Hugging Face), pre-cleaned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201168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78040" y="2011680"/>
            <a:ext cx="137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01168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01168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(stopwords + stemming)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2011680"/>
            <a:ext cx="137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201168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01168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555480" y="2011680"/>
            <a:ext cx="137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92640" y="201168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201168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(Logistic Reg. + Boosted Trees)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44200" y="2011680"/>
            <a:ext cx="137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881360" y="201168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35640" y="2011680"/>
            <a:ext cx="1143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insight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324612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D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TF-IDF: term × inverse-document-frequency — weighs words that are frequent in one review but rare across all reviews. Chosen over embeddings (Word2Vec/BERT) for interpretability, low compute cost, and fit with a first NLP project — a deliberate scope decision, not a knowledge gap.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D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modeling patterns (stratified split, Logistic Regression / Boosted Tree Classifier, ML.EVALUATE, ML.WEIGHTS) follow the BigQuery ML workflow used throughout the Data Analytics coursework.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is balanced — but identical across categories</a:t>
            </a:r>
            <a:endParaRPr lang="en-US" sz="2800" dirty="0"/>
          </a:p>
        </p:txBody>
      </p:sp>
      <p:pic>
        <p:nvPicPr>
          <p:cNvPr id="4" name="Image 0" descr="02_sentiment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03504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0" y="18288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category shows the exact same split: 29.8% negative / 21.1% neutral / 49.1% positive.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byproduct of how the dataset was pre-balanced — it means "negative rate" cannot distinguish categories.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differentiator has to come from what reviews actually say, and how well a model can classify each category (next slides).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outperforms Boosted Trees</a:t>
            </a:r>
            <a:endParaRPr lang="en-US" sz="2800" dirty="0"/>
          </a:p>
        </p:txBody>
      </p:sp>
      <p:pic>
        <p:nvPicPr>
          <p:cNvPr id="4" name="Image 0" descr="0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315200" cy="29900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554480"/>
          <a:ext cx="347472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(LogReg)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(Boosted Trees)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38160" y="3520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accuracy: 67.6% (Logistic Regression) vs. 63.6% (Boosted Trees)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138160" y="41148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D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neutral class is consistently the hardest to classify — it sits between negative and positive vocabulary and gets confused with both, visible directly in the confusion matrices.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category's negative reviews say</a:t>
            </a:r>
            <a:endParaRPr lang="en-US" sz="2800" dirty="0"/>
          </a:p>
        </p:txBody>
      </p:sp>
      <p:pic>
        <p:nvPicPr>
          <p:cNvPr id="4" name="Image 0" descr="06_negative_keywords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337413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1124712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4206240"/>
                <a:gridCol w="37490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reviews signal…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Suggested action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69.9% (best)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 on arrival, content mismatch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packaging &amp; listing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failure (charging, sound, battery)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to supplier QC — most actionable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Beauty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65.3% (hardest)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Subjective/sensory (smell, feel, look)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predictions with more caution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shows — and its honest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 TF-IDF + classical-ML pipeline classifies review sentiment with useful, interpretable accuracy.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traces back to specific words via model coefficients — no black box.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train and run: no GPU, no fine-tuning required.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has no semantic/contextual understanding (mitigated partly by bigrams).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 categories — not representative of the full retail market.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was pre-filtered/balanced by a third party before I received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extensions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word embeddings for semantic understanding · extend to the other languages already present in the source multilingual dataset · incorporate additional product categories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2026-07-29T11:08:47Z</dcterms:created>
  <dcterms:modified xsi:type="dcterms:W3CDTF">2026-07-29T11:08:47Z</dcterms:modified>
</cp:coreProperties>
</file>